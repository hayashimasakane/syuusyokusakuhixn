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1" r:id="rId6"/>
    <p:sldId id="264" r:id="rId7"/>
    <p:sldId id="260" r:id="rId8"/>
    <p:sldId id="263" r:id="rId9"/>
    <p:sldId id="262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05EA530-D412-4DA1-AD97-1E928B61BE18}" v="226" dt="2026-05-13T01:32:56.55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43" d="100"/>
          <a:sy n="43" d="100"/>
        </p:scale>
        <p:origin x="82" y="83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9106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0515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3904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5402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7884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9588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2860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8451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9387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5747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2A643-9BB0-4E02-80B2-2C0A5E5D738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0866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02A643-9BB0-4E02-80B2-2C0A5E5D738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7289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>
                <a:ea typeface="ＭＳ Ｐゴシック"/>
              </a:rPr>
              <a:t>ゲーム企画書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8380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82EF10-F6EB-71F9-AA11-1072CB291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ea typeface="ＭＳ Ｐゴシック"/>
              </a:rPr>
              <a:t>コンセプト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BB8DCBE-63CB-C117-2A59-18CCB98AF7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ja-JP" altLang="en-US" dirty="0">
                <a:latin typeface="Aptos"/>
                <a:ea typeface="ＭＳ Ｐゴシック"/>
              </a:rPr>
              <a:t>タイトル：ギュン</a:t>
            </a:r>
            <a:br>
              <a:rPr lang="en-US" altLang="ja-JP" dirty="0">
                <a:latin typeface="Aptos"/>
                <a:ea typeface="ＭＳ Ｐゴシック"/>
              </a:rPr>
            </a:br>
            <a:r>
              <a:rPr lang="ja-JP" altLang="en-US" dirty="0">
                <a:latin typeface="Aptos"/>
                <a:ea typeface="ＭＳ Ｐゴシック"/>
              </a:rPr>
              <a:t>コンセプト：スピード感を感じる</a:t>
            </a:r>
          </a:p>
          <a:p>
            <a:pPr marL="0" indent="0">
              <a:buNone/>
            </a:pPr>
            <a:endParaRPr lang="ja-JP" altLang="en-US" dirty="0">
              <a:latin typeface="Aptos"/>
              <a:ea typeface="ＭＳ Ｐゴシック"/>
            </a:endParaRPr>
          </a:p>
          <a:p>
            <a:pPr marL="0" indent="0">
              <a:buNone/>
            </a:pPr>
            <a:r>
              <a:rPr lang="ja-JP" altLang="en-US" dirty="0">
                <a:latin typeface="Aptos"/>
                <a:ea typeface="ＭＳ Ｐゴシック"/>
              </a:rPr>
              <a:t>テーマ：スケボー</a:t>
            </a:r>
          </a:p>
          <a:p>
            <a:pPr marL="0" indent="0">
              <a:buNone/>
            </a:pPr>
            <a:r>
              <a:rPr lang="ja-JP" altLang="en-US" dirty="0">
                <a:latin typeface="Aptos"/>
                <a:ea typeface="ＭＳ Ｐゴシック"/>
              </a:rPr>
              <a:t>ゲームイメージ</a:t>
            </a:r>
            <a:br>
              <a:rPr lang="ja-JP" altLang="en-US" dirty="0">
                <a:latin typeface="Aptos"/>
                <a:ea typeface="ＭＳ Ｐゴシック"/>
              </a:rPr>
            </a:br>
            <a:r>
              <a:rPr lang="ja-JP" altLang="en-US" dirty="0">
                <a:latin typeface="Aptos"/>
                <a:ea typeface="ＭＳ Ｐゴシック"/>
              </a:rPr>
              <a:t>zzz</a:t>
            </a:r>
          </a:p>
        </p:txBody>
      </p:sp>
    </p:spTree>
    <p:extLst>
      <p:ext uri="{BB962C8B-B14F-4D97-AF65-F5344CB8AC3E}">
        <p14:creationId xmlns:p14="http://schemas.microsoft.com/office/powerpoint/2010/main" val="25197974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4BA7A5-6230-FD6C-47A2-EFFDE8648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ea typeface="ＭＳ Ｐゴシック"/>
              </a:rPr>
              <a:t>ユーザに体験させたいこと</a:t>
            </a:r>
            <a:endParaRPr lang="ja-JP" altLang="en-US" dirty="0">
              <a:ea typeface="ＭＳ Ｐゴシック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13FC791-0DEF-2700-BB6C-25AB0E9765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ja-JP" altLang="en-US" dirty="0">
                <a:ea typeface="ＭＳ Ｐゴシック"/>
              </a:rPr>
              <a:t>近接距離での戦闘のスピード感を感じさせる</a:t>
            </a:r>
            <a:br>
              <a:rPr lang="en-US" altLang="ja-JP" dirty="0">
                <a:ea typeface="ＭＳ Ｐゴシック"/>
              </a:rPr>
            </a:br>
            <a:r>
              <a:rPr lang="ja-JP" altLang="en-US" dirty="0">
                <a:ea typeface="ＭＳ Ｐゴシック"/>
              </a:rPr>
              <a:t>居合切りのような感覚を出す</a:t>
            </a:r>
            <a:br>
              <a:rPr lang="ja-JP" altLang="en-US" dirty="0">
                <a:ea typeface="ＭＳ Ｐゴシック"/>
              </a:rPr>
            </a:br>
            <a:endParaRPr lang="ja-JP" altLang="en-US" dirty="0">
              <a:ea typeface="ＭＳ Ｐゴシック"/>
            </a:endParaRPr>
          </a:p>
        </p:txBody>
      </p:sp>
    </p:spTree>
    <p:extLst>
      <p:ext uri="{BB962C8B-B14F-4D97-AF65-F5344CB8AC3E}">
        <p14:creationId xmlns:p14="http://schemas.microsoft.com/office/powerpoint/2010/main" val="8886693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E0BF32C-2798-9F2E-7161-430516034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ea typeface="ＭＳ Ｐゴシック"/>
              </a:rPr>
              <a:t>ゲームルール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8D65A12-BE18-42AF-5995-EE0E17403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ja-JP" altLang="en-US" dirty="0">
                <a:ea typeface="ＭＳ Ｐゴシック"/>
              </a:rPr>
              <a:t>制限時間</a:t>
            </a:r>
            <a:r>
              <a:rPr lang="en-US" altLang="ja-JP" dirty="0">
                <a:ea typeface="ＭＳ Ｐゴシック"/>
              </a:rPr>
              <a:t>:2~3</a:t>
            </a:r>
            <a:r>
              <a:rPr lang="ja-JP" altLang="en-US" dirty="0">
                <a:ea typeface="ＭＳ Ｐゴシック"/>
              </a:rPr>
              <a:t>分</a:t>
            </a:r>
            <a:br>
              <a:rPr lang="en-US" altLang="ja-JP" dirty="0">
                <a:ea typeface="ＭＳ Ｐゴシック"/>
              </a:rPr>
            </a:br>
            <a:r>
              <a:rPr lang="ja-JP" altLang="en-US" dirty="0">
                <a:ea typeface="ＭＳ Ｐゴシック"/>
              </a:rPr>
              <a:t>敵のトーテムを壊すとクリア</a:t>
            </a:r>
            <a:br>
              <a:rPr lang="en-US" altLang="ja-JP" dirty="0">
                <a:ea typeface="ＭＳ Ｐゴシック"/>
              </a:rPr>
            </a:br>
            <a:br>
              <a:rPr lang="en-US" altLang="ja-JP" dirty="0">
                <a:ea typeface="ＭＳ Ｐゴシック"/>
              </a:rPr>
            </a:br>
            <a:r>
              <a:rPr lang="ja-JP" altLang="en-US" dirty="0">
                <a:ea typeface="ＭＳ Ｐゴシック"/>
              </a:rPr>
              <a:t>トーテムを壊す条件</a:t>
            </a:r>
            <a:br>
              <a:rPr lang="en-US" altLang="ja-JP" dirty="0">
                <a:ea typeface="ＭＳ Ｐゴシック"/>
              </a:rPr>
            </a:br>
            <a:r>
              <a:rPr lang="ja-JP" altLang="en-US" dirty="0">
                <a:ea typeface="ＭＳ Ｐゴシック"/>
              </a:rPr>
              <a:t>　通常は攻撃をしてもダメージを与えれないが、</a:t>
            </a:r>
            <a:br>
              <a:rPr lang="en-US" altLang="ja-JP" dirty="0">
                <a:ea typeface="ＭＳ Ｐゴシック"/>
              </a:rPr>
            </a:br>
            <a:r>
              <a:rPr lang="ja-JP" altLang="en-US" dirty="0">
                <a:ea typeface="ＭＳ Ｐゴシック"/>
              </a:rPr>
              <a:t>　ステージにいる敵をノックダウンするとダメージを与えれる。</a:t>
            </a:r>
            <a:br>
              <a:rPr lang="en-US" altLang="ja-JP" dirty="0">
                <a:ea typeface="ＭＳ Ｐゴシック"/>
              </a:rPr>
            </a:br>
            <a:br>
              <a:rPr lang="en-US" altLang="ja-JP" dirty="0">
                <a:ea typeface="ＭＳ Ｐゴシック"/>
              </a:rPr>
            </a:br>
            <a:r>
              <a:rPr lang="ja-JP" altLang="en-US" dirty="0">
                <a:ea typeface="ＭＳ Ｐゴシック"/>
              </a:rPr>
              <a:t>敵に攻撃を与えると一定時間動けないようにする。</a:t>
            </a:r>
            <a:br>
              <a:rPr lang="en-US" altLang="ja-JP" dirty="0">
                <a:ea typeface="ＭＳ Ｐゴシック"/>
              </a:rPr>
            </a:br>
            <a:r>
              <a:rPr lang="ja-JP" altLang="en-US" dirty="0">
                <a:ea typeface="ＭＳ Ｐゴシック"/>
              </a:rPr>
              <a:t>プレイヤーがダメージを受けると一定時間（無敵</a:t>
            </a:r>
            <a:r>
              <a:rPr lang="en-US" altLang="ja-JP" dirty="0">
                <a:ea typeface="ＭＳ Ｐゴシック"/>
              </a:rPr>
              <a:t>+</a:t>
            </a:r>
            <a:r>
              <a:rPr lang="ja-JP" altLang="en-US" dirty="0">
                <a:ea typeface="ＭＳ Ｐゴシック"/>
              </a:rPr>
              <a:t>移動速度アップ）</a:t>
            </a:r>
            <a:br>
              <a:rPr lang="en-US" altLang="ja-JP" dirty="0">
                <a:ea typeface="ＭＳ Ｐゴシック"/>
              </a:rPr>
            </a:br>
            <a:br>
              <a:rPr lang="ja-JP" altLang="en-US" dirty="0">
                <a:ea typeface="ＭＳ Ｐゴシック"/>
              </a:rPr>
            </a:b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78335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E7E47A-5E30-247D-61CB-172BF02DA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ea typeface="ＭＳ Ｐゴシック"/>
              </a:rPr>
              <a:t>プレイヤー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296CACC-33BE-985E-3933-3D49998A7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ja-JP" dirty="0">
                <a:ea typeface="ＭＳ Ｐゴシック"/>
              </a:rPr>
              <a:t>前加速</a:t>
            </a:r>
            <a:br>
              <a:rPr lang="ja-JP" dirty="0">
                <a:ea typeface="ＭＳ Ｐゴシック"/>
              </a:rPr>
            </a:br>
            <a:r>
              <a:rPr lang="ja-JP" dirty="0">
                <a:ea typeface="ＭＳ Ｐゴシック"/>
              </a:rPr>
              <a:t>左右：方向転換</a:t>
            </a:r>
            <a:br>
              <a:rPr lang="ja-JP" altLang="en-US" dirty="0">
                <a:ea typeface="ＭＳ Ｐゴシック"/>
              </a:rPr>
            </a:br>
            <a:r>
              <a:rPr lang="ja-JP" altLang="en-US" dirty="0">
                <a:ea typeface="ＭＳ Ｐゴシック"/>
              </a:rPr>
              <a:t>後ろブレーキ</a:t>
            </a:r>
            <a:endParaRPr lang="en-US" altLang="ja-JP" dirty="0">
              <a:ea typeface="ＭＳ Ｐゴシック"/>
            </a:endParaRPr>
          </a:p>
          <a:p>
            <a:pPr marL="0" indent="0">
              <a:buNone/>
            </a:pPr>
            <a:r>
              <a:rPr lang="ja-JP" altLang="en-US" dirty="0">
                <a:ea typeface="ＭＳ Ｐゴシック"/>
              </a:rPr>
              <a:t>アクション：攻撃</a:t>
            </a:r>
            <a:r>
              <a:rPr lang="en-US" altLang="ja-JP" dirty="0">
                <a:ea typeface="ＭＳ Ｐゴシック"/>
              </a:rPr>
              <a:t>+</a:t>
            </a:r>
            <a:r>
              <a:rPr lang="ja-JP" altLang="en-US" dirty="0">
                <a:ea typeface="ＭＳ Ｐゴシック"/>
              </a:rPr>
              <a:t>サイドブレーキ</a:t>
            </a:r>
            <a:br>
              <a:rPr lang="ja-JP" altLang="en-US" dirty="0">
                <a:ea typeface="ＭＳ Ｐゴシック"/>
              </a:rPr>
            </a:br>
            <a:r>
              <a:rPr lang="ja-JP" altLang="en-US" dirty="0">
                <a:ea typeface="ＭＳ Ｐゴシック"/>
              </a:rPr>
              <a:t>​</a:t>
            </a:r>
            <a:endParaRPr lang="ja-JP" dirty="0">
              <a:ea typeface="ＭＳ Ｐゴシック"/>
            </a:endParaRPr>
          </a:p>
          <a:p>
            <a:pPr marL="0" indent="0">
              <a:buNone/>
            </a:pPr>
            <a:r>
              <a:rPr lang="ja-JP" altLang="en-US" dirty="0">
                <a:ea typeface="ＭＳ Ｐゴシック"/>
              </a:rPr>
              <a:t>常に前方に移動している</a:t>
            </a:r>
            <a:br>
              <a:rPr lang="ja-JP" altLang="en-US" dirty="0">
                <a:ea typeface="ＭＳ Ｐゴシック"/>
              </a:rPr>
            </a:br>
            <a:r>
              <a:rPr lang="ja-JP" altLang="en-US" dirty="0">
                <a:ea typeface="ＭＳ Ｐゴシック"/>
              </a:rPr>
              <a:t>移動している方向と移動したい方向のベクトルを持ち、</a:t>
            </a:r>
            <a:br>
              <a:rPr lang="ja-JP" altLang="en-US" dirty="0">
                <a:ea typeface="ＭＳ Ｐゴシック"/>
              </a:rPr>
            </a:br>
            <a:r>
              <a:rPr lang="ja-JP" altLang="en-US" dirty="0">
                <a:ea typeface="ＭＳ Ｐゴシック"/>
              </a:rPr>
              <a:t>移動速度が大きいほど横に移動しずらくなる。</a:t>
            </a:r>
            <a:br>
              <a:rPr lang="en-US" altLang="ja-JP" dirty="0">
                <a:ea typeface="ＭＳ Ｐゴシック"/>
              </a:rPr>
            </a:br>
            <a:r>
              <a:rPr lang="ja-JP" altLang="en-US" dirty="0">
                <a:ea typeface="ＭＳ Ｐゴシック"/>
              </a:rPr>
              <a:t>十分な速度でサイドブレーキを押すと敵にダメージを与えれる</a:t>
            </a:r>
            <a:br>
              <a:rPr lang="en-US" altLang="ja-JP" dirty="0">
                <a:ea typeface="ＭＳ Ｐゴシック"/>
              </a:rPr>
            </a:br>
            <a:r>
              <a:rPr lang="ja-JP" altLang="en-US" dirty="0">
                <a:ea typeface="ＭＳ Ｐゴシック"/>
              </a:rPr>
              <a:t>（十分な速度以下だとダメージを与えれない）</a:t>
            </a:r>
          </a:p>
        </p:txBody>
      </p:sp>
    </p:spTree>
    <p:extLst>
      <p:ext uri="{BB962C8B-B14F-4D97-AF65-F5344CB8AC3E}">
        <p14:creationId xmlns:p14="http://schemas.microsoft.com/office/powerpoint/2010/main" val="38106451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A21FCF-F2AC-0498-1E2A-6E478401E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プレイヤー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0283417-A688-D66B-5523-92A2E83C3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ja-JP" altLang="en-US" dirty="0"/>
              <a:t>サイドブレーキを引くと移動速度を無視して曲がれる</a:t>
            </a:r>
            <a:br>
              <a:rPr kumimoji="1" lang="en-US" altLang="ja-JP" dirty="0"/>
            </a:br>
            <a:r>
              <a:rPr kumimoji="1" lang="ja-JP" altLang="en-US" dirty="0"/>
              <a:t>サイドブレーキを話すと移動速度が上がりプレイヤーが向いている方向に</a:t>
            </a:r>
            <a:r>
              <a:rPr lang="ja-JP" altLang="en-US" dirty="0"/>
              <a:t>移動する。</a:t>
            </a:r>
            <a:br>
              <a:rPr lang="en-US" altLang="ja-JP" dirty="0"/>
            </a:br>
            <a:br>
              <a:rPr lang="en-US" altLang="ja-JP" dirty="0"/>
            </a:br>
            <a:r>
              <a:rPr lang="ja-JP" altLang="en-US" dirty="0"/>
              <a:t>サイドブレーキを押す</a:t>
            </a:r>
            <a:r>
              <a:rPr lang="en-US" altLang="ja-JP" dirty="0"/>
              <a:t>or</a:t>
            </a:r>
            <a:r>
              <a:rPr lang="ja-JP" altLang="en-US" dirty="0"/>
              <a:t>離す瞬間に敵に当たると敵にダメージを与え</a:t>
            </a:r>
            <a:br>
              <a:rPr lang="en-US" altLang="ja-JP" dirty="0"/>
            </a:br>
            <a:r>
              <a:rPr lang="ja-JP" altLang="en-US" dirty="0"/>
              <a:t>移動速度が上がる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069842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5FDF3D-97AC-C5B9-79A3-50E2424A6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ea typeface="ＭＳ Ｐゴシック"/>
              </a:rPr>
              <a:t>敵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E742695-2A3B-9A36-2244-ABC286F1EB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ja-JP" altLang="en-US" dirty="0">
                <a:ea typeface="ＭＳ Ｐゴシック"/>
              </a:rPr>
              <a:t>常に移動している</a:t>
            </a:r>
            <a:endParaRPr lang="ja-JP" altLang="en-US" dirty="0">
              <a:ea typeface="ＭＳ Ｐゴシック" panose="020B0600070205080204" pitchFamily="34" charset="-128"/>
            </a:endParaRPr>
          </a:p>
          <a:p>
            <a:pPr marL="0" indent="0">
              <a:buNone/>
            </a:pPr>
            <a:r>
              <a:rPr lang="ja-JP" altLang="en-US" dirty="0">
                <a:ea typeface="ＭＳ Ｐゴシック"/>
              </a:rPr>
              <a:t>武器を持っている</a:t>
            </a:r>
            <a:br>
              <a:rPr lang="en-US" altLang="ja-JP" dirty="0">
                <a:ea typeface="ＭＳ Ｐゴシック"/>
              </a:rPr>
            </a:br>
            <a:r>
              <a:rPr lang="ja-JP" altLang="en-US" dirty="0">
                <a:ea typeface="ＭＳ Ｐゴシック"/>
              </a:rPr>
              <a:t>武器に当たるとプレイヤーにダメージを与える</a:t>
            </a:r>
            <a:br>
              <a:rPr lang="ja-JP" altLang="en-US" dirty="0">
                <a:ea typeface="ＭＳ Ｐゴシック"/>
              </a:rPr>
            </a:br>
            <a:r>
              <a:rPr lang="ja-JP" altLang="en-US" dirty="0">
                <a:ea typeface="ＭＳ Ｐゴシック"/>
              </a:rPr>
              <a:t>常にプレイヤー方向のベクトルと自身の移動方向のベクトルを持ち​</a:t>
            </a:r>
            <a:br>
              <a:rPr lang="ja-JP" altLang="en-US" dirty="0">
                <a:ea typeface="ＭＳ Ｐゴシック"/>
              </a:rPr>
            </a:br>
            <a:r>
              <a:rPr lang="ja-JP" altLang="en-US" dirty="0">
                <a:ea typeface="ＭＳ Ｐゴシック"/>
              </a:rPr>
              <a:t>滑らかにプレイヤーに向かうようにする​</a:t>
            </a:r>
            <a:br>
              <a:rPr lang="ja-JP" altLang="en-US" dirty="0">
                <a:ea typeface="ＭＳ Ｐゴシック"/>
              </a:rPr>
            </a:br>
            <a:r>
              <a:rPr lang="ja-JP" altLang="en-US" dirty="0">
                <a:ea typeface="ＭＳ Ｐゴシック"/>
              </a:rPr>
              <a:t>移動ベクトルとプレイヤーベクトルの方向が</a:t>
            </a:r>
            <a:br>
              <a:rPr lang="ja-JP" altLang="en-US" dirty="0">
                <a:ea typeface="ＭＳ Ｐゴシック"/>
              </a:rPr>
            </a:br>
            <a:r>
              <a:rPr lang="ja-JP" altLang="en-US" dirty="0">
                <a:ea typeface="ＭＳ Ｐゴシック"/>
              </a:rPr>
              <a:t>位置すればするほど速度が上がる​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0E5AAF4F-8966-F815-9B66-D5BD1752E342}"/>
              </a:ext>
            </a:extLst>
          </p:cNvPr>
          <p:cNvCxnSpPr/>
          <p:nvPr/>
        </p:nvCxnSpPr>
        <p:spPr>
          <a:xfrm flipH="1">
            <a:off x="7460060" y="4125450"/>
            <a:ext cx="1230979" cy="8633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61D5B7F6-CF4F-E635-6564-F29419BA4F4A}"/>
              </a:ext>
            </a:extLst>
          </p:cNvPr>
          <p:cNvCxnSpPr>
            <a:cxnSpLocks/>
          </p:cNvCxnSpPr>
          <p:nvPr/>
        </p:nvCxnSpPr>
        <p:spPr>
          <a:xfrm flipH="1" flipV="1">
            <a:off x="7611021" y="3745173"/>
            <a:ext cx="1087206" cy="3155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楕円 5">
            <a:extLst>
              <a:ext uri="{FF2B5EF4-FFF2-40B4-BE49-F238E27FC236}">
                <a16:creationId xmlns:a16="http://schemas.microsoft.com/office/drawing/2014/main" id="{95825E87-BAA6-5002-6312-588EB0F696AD}"/>
              </a:ext>
            </a:extLst>
          </p:cNvPr>
          <p:cNvSpPr/>
          <p:nvPr/>
        </p:nvSpPr>
        <p:spPr>
          <a:xfrm>
            <a:off x="8303520" y="3538103"/>
            <a:ext cx="1351323" cy="1123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>
                <a:ea typeface="ＭＳ Ｐゴシック"/>
              </a:rPr>
              <a:t>敵</a:t>
            </a:r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B8AEE578-8D82-26B7-D877-6473907793EC}"/>
              </a:ext>
            </a:extLst>
          </p:cNvPr>
          <p:cNvSpPr/>
          <p:nvPr/>
        </p:nvSpPr>
        <p:spPr>
          <a:xfrm>
            <a:off x="5765916" y="4932705"/>
            <a:ext cx="1351323" cy="11231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ja-JP" altLang="en-US">
                <a:ea typeface="ＭＳ Ｐゴシック"/>
              </a:rPr>
              <a:t>プレイヤー</a:t>
            </a:r>
            <a:endParaRPr lang="ja-JP" altLang="en-US" dirty="0">
              <a:ea typeface="ＭＳ Ｐゴシック"/>
            </a:endParaRPr>
          </a:p>
        </p:txBody>
      </p:sp>
    </p:spTree>
    <p:extLst>
      <p:ext uri="{BB962C8B-B14F-4D97-AF65-F5344CB8AC3E}">
        <p14:creationId xmlns:p14="http://schemas.microsoft.com/office/powerpoint/2010/main" val="2204195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CA21D2-8AC4-2564-919A-71ED78808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敵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B1BEA8-7B0D-BA25-AE8C-000E070357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ja-JP" altLang="en-US" dirty="0"/>
              <a:t>武器は剣のような近接系の武器</a:t>
            </a:r>
            <a:br>
              <a:rPr kumimoji="1" lang="en-US" altLang="ja-JP" dirty="0"/>
            </a:br>
            <a:r>
              <a:rPr kumimoji="1" lang="ja-JP" altLang="en-US" dirty="0"/>
              <a:t>それを敵のアクションによって左右を持ち替えてくる</a:t>
            </a:r>
            <a:br>
              <a:rPr kumimoji="1" lang="en-US" altLang="ja-JP" dirty="0"/>
            </a:br>
            <a:r>
              <a:rPr kumimoji="1" lang="ja-JP" altLang="en-US" dirty="0"/>
              <a:t>プレイヤーが武器に当たるとダメージを食らう</a:t>
            </a:r>
          </a:p>
        </p:txBody>
      </p:sp>
    </p:spTree>
    <p:extLst>
      <p:ext uri="{BB962C8B-B14F-4D97-AF65-F5344CB8AC3E}">
        <p14:creationId xmlns:p14="http://schemas.microsoft.com/office/powerpoint/2010/main" val="13464663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2B8321-D87F-FB1A-FDEF-34F2A7A86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ステージ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942ACED-F53E-5342-10D1-6403875AF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ja-JP" altLang="en-US" dirty="0"/>
              <a:t>ステージ端は落ちないようにする。</a:t>
            </a:r>
            <a:br>
              <a:rPr kumimoji="1" lang="en-US" altLang="ja-JP" dirty="0"/>
            </a:br>
            <a:r>
              <a:rPr kumimoji="1" lang="ja-JP" altLang="en-US" dirty="0"/>
              <a:t>壁に正面から激突するとスピードが落ちる。</a:t>
            </a:r>
            <a:br>
              <a:rPr kumimoji="1" lang="en-US" altLang="ja-JP" dirty="0"/>
            </a:br>
            <a:r>
              <a:rPr kumimoji="1" lang="ja-JP" altLang="en-US" dirty="0"/>
              <a:t>壁に沿うように当たるとスピードが落ちない</a:t>
            </a:r>
            <a:br>
              <a:rPr kumimoji="1" lang="en-US" altLang="ja-JP" dirty="0"/>
            </a:b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182987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378</Words>
  <Application>Microsoft Office PowerPoint</Application>
  <PresentationFormat>ワイド画面</PresentationFormat>
  <Paragraphs>25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4" baseType="lpstr">
      <vt:lpstr>ＭＳ Ｐゴシック</vt:lpstr>
      <vt:lpstr>Aptos</vt:lpstr>
      <vt:lpstr>Aptos Display</vt:lpstr>
      <vt:lpstr>Arial</vt:lpstr>
      <vt:lpstr>Office テーマ</vt:lpstr>
      <vt:lpstr>ゲーム企画書</vt:lpstr>
      <vt:lpstr>コンセプト</vt:lpstr>
      <vt:lpstr>ユーザに体験させたいこと</vt:lpstr>
      <vt:lpstr>ゲームルール</vt:lpstr>
      <vt:lpstr>プレイヤー</vt:lpstr>
      <vt:lpstr>プレイヤー</vt:lpstr>
      <vt:lpstr>敵</vt:lpstr>
      <vt:lpstr>敵</vt:lpstr>
      <vt:lpstr>ステージ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OHAT13A63827 林正兼</cp:lastModifiedBy>
  <cp:revision>132</cp:revision>
  <dcterms:created xsi:type="dcterms:W3CDTF">2026-05-13T00:22:15Z</dcterms:created>
  <dcterms:modified xsi:type="dcterms:W3CDTF">2026-05-13T03:25:14Z</dcterms:modified>
</cp:coreProperties>
</file>