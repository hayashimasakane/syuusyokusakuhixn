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5EA530-D412-4DA1-AD97-1E928B61BE18}" v="226" dt="2026-05-13T01:32:56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ゲーム企画書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82EF10-F6EB-71F9-AA11-1072CB291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B8DCBE-63CB-C117-2A59-18CCB98A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latin typeface="Aptos"/>
                <a:ea typeface="ＭＳ Ｐゴシック"/>
              </a:rPr>
              <a:t>コンセプト：スピード感を感じる</a:t>
            </a:r>
            <a:endParaRPr lang="ja-JP" altLang="en-US" dirty="0">
              <a:latin typeface="Aptos"/>
              <a:ea typeface="ＭＳ Ｐゴシック"/>
            </a:endParaRPr>
          </a:p>
          <a:p>
            <a:pPr marL="0" indent="0">
              <a:buNone/>
            </a:pPr>
            <a:endParaRPr lang="ja-JP" altLang="en-US" dirty="0">
              <a:latin typeface="Aptos"/>
              <a:ea typeface="ＭＳ Ｐゴシック"/>
            </a:endParaRPr>
          </a:p>
          <a:p>
            <a:pPr marL="0" indent="0">
              <a:buNone/>
            </a:pPr>
            <a:r>
              <a:rPr lang="ja-JP" altLang="en-US">
                <a:latin typeface="Aptos"/>
                <a:ea typeface="ＭＳ Ｐゴシック"/>
              </a:rPr>
              <a:t>テーマ：動画編集を能力</a:t>
            </a:r>
            <a:endParaRPr lang="ja-JP" altLang="en-US" dirty="0">
              <a:latin typeface="Aptos"/>
              <a:ea typeface="ＭＳ Ｐゴシック"/>
            </a:endParaRPr>
          </a:p>
          <a:p>
            <a:pPr marL="0" indent="0">
              <a:buNone/>
            </a:pPr>
            <a:r>
              <a:rPr lang="ja-JP" altLang="en-US">
                <a:latin typeface="Aptos"/>
                <a:ea typeface="ＭＳ Ｐゴシック"/>
              </a:rPr>
              <a:t>ゲームイメージ</a:t>
            </a:r>
            <a:br>
              <a:rPr lang="ja-JP" altLang="en-US" dirty="0">
                <a:latin typeface="Aptos"/>
                <a:ea typeface="ＭＳ Ｐゴシック"/>
              </a:rPr>
            </a:br>
            <a:r>
              <a:rPr lang="ja-JP" altLang="en-US">
                <a:latin typeface="Aptos"/>
                <a:ea typeface="ＭＳ Ｐゴシック"/>
              </a:rPr>
              <a:t>zzz</a:t>
            </a:r>
            <a:endParaRPr lang="ja-JP" altLang="en-US" dirty="0">
              <a:latin typeface="Aptos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1979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BA7A5-6230-FD6C-47A2-EFFDE864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ユーザに体験させたいこと</a:t>
            </a:r>
            <a:endParaRPr lang="ja-JP" altLang="en-US" dirty="0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3FC791-0DEF-2700-BB6C-25AB0E97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</a:rPr>
              <a:t>近接距離での戦闘のスピード感を感じさせる</a:t>
            </a:r>
            <a:br>
              <a:rPr lang="ja-JP" altLang="en-US" dirty="0">
                <a:ea typeface="ＭＳ Ｐゴシック"/>
              </a:rPr>
            </a:br>
            <a:endParaRPr lang="ja-JP" alt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8866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0BF32C-2798-9F2E-7161-43051603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ゲームルール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D65A12-BE18-42AF-5995-EE0E17403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</a:rPr>
              <a:t>敵を倒すと勝利</a:t>
            </a:r>
            <a:br>
              <a:rPr lang="ja-JP" altLang="en-US" dirty="0">
                <a:ea typeface="ＭＳ Ｐゴシック"/>
              </a:rPr>
            </a:b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833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E7E47A-5E30-247D-61CB-172BF02D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プレイヤー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96CACC-33BE-985E-3933-3D49998A7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>
                <a:ea typeface="ＭＳ Ｐゴシック"/>
              </a:rPr>
              <a:t>前加速</a:t>
            </a:r>
            <a:br>
              <a:rPr lang="ja-JP" dirty="0">
                <a:ea typeface="ＭＳ Ｐゴシック"/>
              </a:rPr>
            </a:br>
            <a:r>
              <a:rPr lang="ja-JP">
                <a:ea typeface="ＭＳ Ｐゴシック"/>
              </a:rPr>
              <a:t>左右：方向転換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後ろブレーキ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​</a:t>
            </a:r>
            <a:br>
              <a:rPr lang="ja-JP" altLang="en-US" dirty="0">
                <a:ea typeface="ＭＳ Ｐゴシック"/>
              </a:rPr>
            </a:br>
            <a:endParaRPr lang="ja-JP">
              <a:ea typeface="ＭＳ Ｐゴシック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</a:rPr>
              <a:t>常に前方に移動している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攻撃をすると速度が上がる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移動している方向と移動したい方向のベクトルを持ち、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移動速度が大きいほど横に</a:t>
            </a:r>
            <a:endParaRPr lang="ja-JP" alt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1064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5FDF3D-97AC-C5B9-79A3-50E2424A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敵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742695-2A3B-9A36-2244-ABC286F1E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</a:rPr>
              <a:t>常に移動している</a:t>
            </a:r>
            <a:endParaRPr lang="ja-JP" altLang="en-US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</a:rPr>
              <a:t>当たったらダメージを与える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常にプレイヤー方向のベクトルと自身の移動方向のベクトルを持ち​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滑らかにプレイヤーに向かうようにする​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移動ベクトルとプレイヤーベクトルの方向が</a:t>
            </a:r>
            <a:br>
              <a:rPr lang="ja-JP" altLang="en-US" dirty="0">
                <a:ea typeface="ＭＳ Ｐゴシック"/>
              </a:rPr>
            </a:br>
            <a:r>
              <a:rPr lang="ja-JP" altLang="en-US">
                <a:ea typeface="ＭＳ Ｐゴシック"/>
              </a:rPr>
              <a:t>位置すればするほど速度が上がる​</a:t>
            </a:r>
            <a:endParaRPr lang="ja-JP" altLang="en-US" dirty="0">
              <a:ea typeface="ＭＳ Ｐゴシック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0E5AAF4F-8966-F815-9B66-D5BD1752E342}"/>
              </a:ext>
            </a:extLst>
          </p:cNvPr>
          <p:cNvCxnSpPr/>
          <p:nvPr/>
        </p:nvCxnSpPr>
        <p:spPr>
          <a:xfrm flipH="1">
            <a:off x="7460060" y="4125450"/>
            <a:ext cx="1230979" cy="863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61D5B7F6-CF4F-E635-6564-F29419BA4F4A}"/>
              </a:ext>
            </a:extLst>
          </p:cNvPr>
          <p:cNvCxnSpPr>
            <a:cxnSpLocks/>
          </p:cNvCxnSpPr>
          <p:nvPr/>
        </p:nvCxnSpPr>
        <p:spPr>
          <a:xfrm flipH="1" flipV="1">
            <a:off x="7611021" y="3745173"/>
            <a:ext cx="1087206" cy="315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95825E87-BAA6-5002-6312-588EB0F696AD}"/>
              </a:ext>
            </a:extLst>
          </p:cNvPr>
          <p:cNvSpPr/>
          <p:nvPr/>
        </p:nvSpPr>
        <p:spPr>
          <a:xfrm>
            <a:off x="8303520" y="3538103"/>
            <a:ext cx="1351323" cy="1123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ＭＳ Ｐゴシック"/>
              </a:rPr>
              <a:t>敵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8AEE578-8D82-26B7-D877-6473907793EC}"/>
              </a:ext>
            </a:extLst>
          </p:cNvPr>
          <p:cNvSpPr/>
          <p:nvPr/>
        </p:nvSpPr>
        <p:spPr>
          <a:xfrm>
            <a:off x="5765916" y="4932705"/>
            <a:ext cx="1351323" cy="1123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ＭＳ Ｐゴシック"/>
              </a:rPr>
              <a:t>プレイヤー</a:t>
            </a:r>
            <a:endParaRPr lang="ja-JP" alt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419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6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Office テーマ</vt:lpstr>
      <vt:lpstr>ゲーム企画書</vt:lpstr>
      <vt:lpstr>コンセプト</vt:lpstr>
      <vt:lpstr>ユーザに体験させたいこと</vt:lpstr>
      <vt:lpstr>ゲームルール</vt:lpstr>
      <vt:lpstr>プレイヤー</vt:lpstr>
      <vt:lpstr>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127</cp:revision>
  <dcterms:created xsi:type="dcterms:W3CDTF">2026-05-13T00:22:15Z</dcterms:created>
  <dcterms:modified xsi:type="dcterms:W3CDTF">2026-05-13T01:42:17Z</dcterms:modified>
</cp:coreProperties>
</file>